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10058400" cy="7772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6"/>
  </p:normalViewPr>
  <p:slideViewPr>
    <p:cSldViewPr snapToGrid="0">
      <p:cViewPr varScale="1">
        <p:scale>
          <a:sx n="100" d="100"/>
          <a:sy n="100" d="100"/>
        </p:scale>
        <p:origin x="1864" y="184"/>
      </p:cViewPr>
      <p:guideLst>
        <p:guide orient="horz" pos="2448"/>
        <p:guide pos="31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0545" y="685800"/>
            <a:ext cx="4437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1210545" y="685800"/>
            <a:ext cx="4437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2396c07d2d_0_8:notes"/>
          <p:cNvSpPr>
            <a:spLocks noGrp="1" noRot="1" noChangeAspect="1"/>
          </p:cNvSpPr>
          <p:nvPr>
            <p:ph type="sldImg" idx="2"/>
          </p:nvPr>
        </p:nvSpPr>
        <p:spPr>
          <a:xfrm>
            <a:off x="1210545" y="685800"/>
            <a:ext cx="4437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2396c07d2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2396c07d2d_0_14:notes"/>
          <p:cNvSpPr>
            <a:spLocks noGrp="1" noRot="1" noChangeAspect="1"/>
          </p:cNvSpPr>
          <p:nvPr>
            <p:ph type="sldImg" idx="2"/>
          </p:nvPr>
        </p:nvSpPr>
        <p:spPr>
          <a:xfrm>
            <a:off x="1210545" y="685800"/>
            <a:ext cx="4437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2396c07d2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2396c07d2d_0_19:notes"/>
          <p:cNvSpPr>
            <a:spLocks noGrp="1" noRot="1" noChangeAspect="1"/>
          </p:cNvSpPr>
          <p:nvPr>
            <p:ph type="sldImg" idx="2"/>
          </p:nvPr>
        </p:nvSpPr>
        <p:spPr>
          <a:xfrm>
            <a:off x="1210545" y="685800"/>
            <a:ext cx="4437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2396c07d2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2396c07d2d_0_41:notes"/>
          <p:cNvSpPr>
            <a:spLocks noGrp="1" noRot="1" noChangeAspect="1"/>
          </p:cNvSpPr>
          <p:nvPr>
            <p:ph type="sldImg" idx="2"/>
          </p:nvPr>
        </p:nvSpPr>
        <p:spPr>
          <a:xfrm>
            <a:off x="1210545" y="685800"/>
            <a:ext cx="4437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2396c07d2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42879" y="1125136"/>
            <a:ext cx="9372600" cy="3101700"/>
          </a:xfrm>
          <a:prstGeom prst="rect">
            <a:avLst/>
          </a:prstGeom>
        </p:spPr>
        <p:txBody>
          <a:bodyPr spcFirstLastPara="1" wrap="square" lIns="113100" tIns="113100" rIns="113100" bIns="113100" anchor="b" anchorCtr="0">
            <a:normAutofit/>
          </a:bodyPr>
          <a:lstStyle>
            <a:lvl1pPr lvl="0" algn="ctr">
              <a:spcBef>
                <a:spcPts val="0"/>
              </a:spcBef>
              <a:spcAft>
                <a:spcPts val="0"/>
              </a:spcAft>
              <a:buSzPts val="6400"/>
              <a:buNone/>
              <a:defRPr sz="6400"/>
            </a:lvl1pPr>
            <a:lvl2pPr lvl="1" algn="ctr">
              <a:spcBef>
                <a:spcPts val="0"/>
              </a:spcBef>
              <a:spcAft>
                <a:spcPts val="0"/>
              </a:spcAft>
              <a:buSzPts val="6400"/>
              <a:buNone/>
              <a:defRPr sz="6400"/>
            </a:lvl2pPr>
            <a:lvl3pPr lvl="2" algn="ctr">
              <a:spcBef>
                <a:spcPts val="0"/>
              </a:spcBef>
              <a:spcAft>
                <a:spcPts val="0"/>
              </a:spcAft>
              <a:buSzPts val="6400"/>
              <a:buNone/>
              <a:defRPr sz="6400"/>
            </a:lvl3pPr>
            <a:lvl4pPr lvl="3" algn="ctr">
              <a:spcBef>
                <a:spcPts val="0"/>
              </a:spcBef>
              <a:spcAft>
                <a:spcPts val="0"/>
              </a:spcAft>
              <a:buSzPts val="6400"/>
              <a:buNone/>
              <a:defRPr sz="6400"/>
            </a:lvl4pPr>
            <a:lvl5pPr lvl="4" algn="ctr">
              <a:spcBef>
                <a:spcPts val="0"/>
              </a:spcBef>
              <a:spcAft>
                <a:spcPts val="0"/>
              </a:spcAft>
              <a:buSzPts val="6400"/>
              <a:buNone/>
              <a:defRPr sz="6400"/>
            </a:lvl5pPr>
            <a:lvl6pPr lvl="5" algn="ctr">
              <a:spcBef>
                <a:spcPts val="0"/>
              </a:spcBef>
              <a:spcAft>
                <a:spcPts val="0"/>
              </a:spcAft>
              <a:buSzPts val="6400"/>
              <a:buNone/>
              <a:defRPr sz="6400"/>
            </a:lvl6pPr>
            <a:lvl7pPr lvl="6" algn="ctr">
              <a:spcBef>
                <a:spcPts val="0"/>
              </a:spcBef>
              <a:spcAft>
                <a:spcPts val="0"/>
              </a:spcAft>
              <a:buSzPts val="6400"/>
              <a:buNone/>
              <a:defRPr sz="6400"/>
            </a:lvl7pPr>
            <a:lvl8pPr lvl="7" algn="ctr">
              <a:spcBef>
                <a:spcPts val="0"/>
              </a:spcBef>
              <a:spcAft>
                <a:spcPts val="0"/>
              </a:spcAft>
              <a:buSzPts val="6400"/>
              <a:buNone/>
              <a:defRPr sz="6400"/>
            </a:lvl8pPr>
            <a:lvl9pPr lvl="8" algn="ctr">
              <a:spcBef>
                <a:spcPts val="0"/>
              </a:spcBef>
              <a:spcAft>
                <a:spcPts val="0"/>
              </a:spcAft>
              <a:buSzPts val="6400"/>
              <a:buNone/>
              <a:defRPr sz="6400"/>
            </a:lvl9pPr>
          </a:lstStyle>
          <a:p>
            <a:endParaRPr/>
          </a:p>
        </p:txBody>
      </p:sp>
      <p:sp>
        <p:nvSpPr>
          <p:cNvPr id="11" name="Google Shape;11;p2"/>
          <p:cNvSpPr txBox="1">
            <a:spLocks noGrp="1"/>
          </p:cNvSpPr>
          <p:nvPr>
            <p:ph type="subTitle" idx="1"/>
          </p:nvPr>
        </p:nvSpPr>
        <p:spPr>
          <a:xfrm>
            <a:off x="342870" y="4282678"/>
            <a:ext cx="9372600" cy="1197600"/>
          </a:xfrm>
          <a:prstGeom prst="rect">
            <a:avLst/>
          </a:prstGeom>
        </p:spPr>
        <p:txBody>
          <a:bodyPr spcFirstLastPara="1" wrap="square" lIns="113100" tIns="113100" rIns="113100" bIns="113100" anchor="t" anchorCtr="0">
            <a:normAutofit/>
          </a:bodyPr>
          <a:lstStyle>
            <a:lvl1pPr lvl="0" algn="ctr">
              <a:lnSpc>
                <a:spcPct val="100000"/>
              </a:lnSpc>
              <a:spcBef>
                <a:spcPts val="0"/>
              </a:spcBef>
              <a:spcAft>
                <a:spcPts val="0"/>
              </a:spcAft>
              <a:buSzPts val="3500"/>
              <a:buNone/>
              <a:defRPr sz="3500"/>
            </a:lvl1pPr>
            <a:lvl2pPr lvl="1" algn="ctr">
              <a:lnSpc>
                <a:spcPct val="100000"/>
              </a:lnSpc>
              <a:spcBef>
                <a:spcPts val="0"/>
              </a:spcBef>
              <a:spcAft>
                <a:spcPts val="0"/>
              </a:spcAft>
              <a:buSzPts val="3500"/>
              <a:buNone/>
              <a:defRPr sz="3500"/>
            </a:lvl2pPr>
            <a:lvl3pPr lvl="2" algn="ctr">
              <a:lnSpc>
                <a:spcPct val="100000"/>
              </a:lnSpc>
              <a:spcBef>
                <a:spcPts val="0"/>
              </a:spcBef>
              <a:spcAft>
                <a:spcPts val="0"/>
              </a:spcAft>
              <a:buSzPts val="3500"/>
              <a:buNone/>
              <a:defRPr sz="3500"/>
            </a:lvl3pPr>
            <a:lvl4pPr lvl="3" algn="ctr">
              <a:lnSpc>
                <a:spcPct val="100000"/>
              </a:lnSpc>
              <a:spcBef>
                <a:spcPts val="0"/>
              </a:spcBef>
              <a:spcAft>
                <a:spcPts val="0"/>
              </a:spcAft>
              <a:buSzPts val="3500"/>
              <a:buNone/>
              <a:defRPr sz="3500"/>
            </a:lvl4pPr>
            <a:lvl5pPr lvl="4" algn="ctr">
              <a:lnSpc>
                <a:spcPct val="100000"/>
              </a:lnSpc>
              <a:spcBef>
                <a:spcPts val="0"/>
              </a:spcBef>
              <a:spcAft>
                <a:spcPts val="0"/>
              </a:spcAft>
              <a:buSzPts val="3500"/>
              <a:buNone/>
              <a:defRPr sz="3500"/>
            </a:lvl5pPr>
            <a:lvl6pPr lvl="5" algn="ctr">
              <a:lnSpc>
                <a:spcPct val="100000"/>
              </a:lnSpc>
              <a:spcBef>
                <a:spcPts val="0"/>
              </a:spcBef>
              <a:spcAft>
                <a:spcPts val="0"/>
              </a:spcAft>
              <a:buSzPts val="3500"/>
              <a:buNone/>
              <a:defRPr sz="3500"/>
            </a:lvl6pPr>
            <a:lvl7pPr lvl="6" algn="ctr">
              <a:lnSpc>
                <a:spcPct val="100000"/>
              </a:lnSpc>
              <a:spcBef>
                <a:spcPts val="0"/>
              </a:spcBef>
              <a:spcAft>
                <a:spcPts val="0"/>
              </a:spcAft>
              <a:buSzPts val="3500"/>
              <a:buNone/>
              <a:defRPr sz="3500"/>
            </a:lvl7pPr>
            <a:lvl8pPr lvl="7" algn="ctr">
              <a:lnSpc>
                <a:spcPct val="100000"/>
              </a:lnSpc>
              <a:spcBef>
                <a:spcPts val="0"/>
              </a:spcBef>
              <a:spcAft>
                <a:spcPts val="0"/>
              </a:spcAft>
              <a:buSzPts val="3500"/>
              <a:buNone/>
              <a:defRPr sz="3500"/>
            </a:lvl8pPr>
            <a:lvl9pPr lvl="8" algn="ctr">
              <a:lnSpc>
                <a:spcPct val="100000"/>
              </a:lnSpc>
              <a:spcBef>
                <a:spcPts val="0"/>
              </a:spcBef>
              <a:spcAft>
                <a:spcPts val="0"/>
              </a:spcAft>
              <a:buSzPts val="3500"/>
              <a:buNone/>
              <a:defRPr sz="3500"/>
            </a:lvl9pPr>
          </a:lstStyle>
          <a:p>
            <a:endParaRPr/>
          </a:p>
        </p:txBody>
      </p:sp>
      <p:sp>
        <p:nvSpPr>
          <p:cNvPr id="12" name="Google Shape;12;p2"/>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42870" y="3250173"/>
            <a:ext cx="9372600" cy="1272000"/>
          </a:xfrm>
          <a:prstGeom prst="rect">
            <a:avLst/>
          </a:prstGeom>
        </p:spPr>
        <p:txBody>
          <a:bodyPr spcFirstLastPara="1" wrap="square" lIns="113100" tIns="113100" rIns="113100" bIns="113100" anchor="ctr" anchorCtr="0">
            <a:normAutofit/>
          </a:bodyPr>
          <a:lstStyle>
            <a:lvl1pPr lvl="0" algn="ctr">
              <a:spcBef>
                <a:spcPts val="0"/>
              </a:spcBef>
              <a:spcAft>
                <a:spcPts val="0"/>
              </a:spcAft>
              <a:buSzPts val="4500"/>
              <a:buNone/>
              <a:defRPr sz="4500"/>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a:endParaRPr/>
          </a:p>
        </p:txBody>
      </p:sp>
      <p:sp>
        <p:nvSpPr>
          <p:cNvPr id="15" name="Google Shape;15;p3"/>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42870" y="672482"/>
            <a:ext cx="9372600" cy="865500"/>
          </a:xfrm>
          <a:prstGeom prst="rect">
            <a:avLst/>
          </a:prstGeom>
        </p:spPr>
        <p:txBody>
          <a:bodyPr spcFirstLastPara="1" wrap="square" lIns="113100" tIns="113100" rIns="113100" bIns="113100" anchor="t" anchorCtr="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8" name="Google Shape;18;p4"/>
          <p:cNvSpPr txBox="1">
            <a:spLocks noGrp="1"/>
          </p:cNvSpPr>
          <p:nvPr>
            <p:ph type="body" idx="1"/>
          </p:nvPr>
        </p:nvSpPr>
        <p:spPr>
          <a:xfrm>
            <a:off x="342870" y="1741518"/>
            <a:ext cx="9372600" cy="5162700"/>
          </a:xfrm>
          <a:prstGeom prst="rect">
            <a:avLst/>
          </a:prstGeom>
        </p:spPr>
        <p:txBody>
          <a:bodyPr spcFirstLastPara="1" wrap="square" lIns="113100" tIns="113100" rIns="113100" bIns="113100" anchor="t" anchorCtr="0">
            <a:normAutofit/>
          </a:bodyPr>
          <a:lstStyle>
            <a:lvl1pPr marL="457200" lvl="0" indent="-368300">
              <a:spcBef>
                <a:spcPts val="0"/>
              </a:spcBef>
              <a:spcAft>
                <a:spcPts val="0"/>
              </a:spcAft>
              <a:buSzPts val="22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9" name="Google Shape;19;p4"/>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42870" y="672482"/>
            <a:ext cx="9372600" cy="865500"/>
          </a:xfrm>
          <a:prstGeom prst="rect">
            <a:avLst/>
          </a:prstGeom>
        </p:spPr>
        <p:txBody>
          <a:bodyPr spcFirstLastPara="1" wrap="square" lIns="113100" tIns="113100" rIns="113100" bIns="113100" anchor="t" anchorCtr="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2" name="Google Shape;22;p5"/>
          <p:cNvSpPr txBox="1">
            <a:spLocks noGrp="1"/>
          </p:cNvSpPr>
          <p:nvPr>
            <p:ph type="body" idx="1"/>
          </p:nvPr>
        </p:nvSpPr>
        <p:spPr>
          <a:xfrm>
            <a:off x="342870" y="1741518"/>
            <a:ext cx="4399800" cy="5162700"/>
          </a:xfrm>
          <a:prstGeom prst="rect">
            <a:avLst/>
          </a:prstGeom>
        </p:spPr>
        <p:txBody>
          <a:bodyPr spcFirstLastPara="1" wrap="square" lIns="113100" tIns="113100" rIns="113100" bIns="113100" anchor="t" anchorCtr="0">
            <a:normAutofit/>
          </a:bodyPr>
          <a:lstStyle>
            <a:lvl1pPr marL="457200" lvl="0" indent="-336550">
              <a:spcBef>
                <a:spcPts val="0"/>
              </a:spcBef>
              <a:spcAft>
                <a:spcPts val="0"/>
              </a:spcAft>
              <a:buSzPts val="1700"/>
              <a:buChar char="●"/>
              <a:defRPr sz="1700"/>
            </a:lvl1pPr>
            <a:lvl2pPr marL="914400" lvl="1" indent="-323850">
              <a:spcBef>
                <a:spcPts val="0"/>
              </a:spcBef>
              <a:spcAft>
                <a:spcPts val="0"/>
              </a:spcAft>
              <a:buSzPts val="1500"/>
              <a:buChar char="○"/>
              <a:defRPr sz="1500"/>
            </a:lvl2pPr>
            <a:lvl3pPr marL="1371600" lvl="2" indent="-323850">
              <a:spcBef>
                <a:spcPts val="0"/>
              </a:spcBef>
              <a:spcAft>
                <a:spcPts val="0"/>
              </a:spcAft>
              <a:buSzPts val="1500"/>
              <a:buChar char="■"/>
              <a:defRPr sz="1500"/>
            </a:lvl3pPr>
            <a:lvl4pPr marL="1828800" lvl="3" indent="-323850">
              <a:spcBef>
                <a:spcPts val="0"/>
              </a:spcBef>
              <a:spcAft>
                <a:spcPts val="0"/>
              </a:spcAft>
              <a:buSzPts val="1500"/>
              <a:buChar char="●"/>
              <a:defRPr sz="1500"/>
            </a:lvl4pPr>
            <a:lvl5pPr marL="2286000" lvl="4" indent="-323850">
              <a:spcBef>
                <a:spcPts val="0"/>
              </a:spcBef>
              <a:spcAft>
                <a:spcPts val="0"/>
              </a:spcAft>
              <a:buSzPts val="1500"/>
              <a:buChar char="○"/>
              <a:defRPr sz="1500"/>
            </a:lvl5pPr>
            <a:lvl6pPr marL="2743200" lvl="5" indent="-323850">
              <a:spcBef>
                <a:spcPts val="0"/>
              </a:spcBef>
              <a:spcAft>
                <a:spcPts val="0"/>
              </a:spcAft>
              <a:buSzPts val="1500"/>
              <a:buChar char="■"/>
              <a:defRPr sz="1500"/>
            </a:lvl6pPr>
            <a:lvl7pPr marL="3200400" lvl="6" indent="-323850">
              <a:spcBef>
                <a:spcPts val="0"/>
              </a:spcBef>
              <a:spcAft>
                <a:spcPts val="0"/>
              </a:spcAft>
              <a:buSzPts val="1500"/>
              <a:buChar char="●"/>
              <a:defRPr sz="1500"/>
            </a:lvl7pPr>
            <a:lvl8pPr marL="3657600" lvl="7" indent="-323850">
              <a:spcBef>
                <a:spcPts val="0"/>
              </a:spcBef>
              <a:spcAft>
                <a:spcPts val="0"/>
              </a:spcAft>
              <a:buSzPts val="1500"/>
              <a:buChar char="○"/>
              <a:defRPr sz="1500"/>
            </a:lvl8pPr>
            <a:lvl9pPr marL="4114800" lvl="8" indent="-323850">
              <a:spcBef>
                <a:spcPts val="0"/>
              </a:spcBef>
              <a:spcAft>
                <a:spcPts val="0"/>
              </a:spcAft>
              <a:buSzPts val="1500"/>
              <a:buChar char="■"/>
              <a:defRPr sz="1500"/>
            </a:lvl9pPr>
          </a:lstStyle>
          <a:p>
            <a:endParaRPr/>
          </a:p>
        </p:txBody>
      </p:sp>
      <p:sp>
        <p:nvSpPr>
          <p:cNvPr id="23" name="Google Shape;23;p5"/>
          <p:cNvSpPr txBox="1">
            <a:spLocks noGrp="1"/>
          </p:cNvSpPr>
          <p:nvPr>
            <p:ph type="body" idx="2"/>
          </p:nvPr>
        </p:nvSpPr>
        <p:spPr>
          <a:xfrm>
            <a:off x="5315640" y="1741518"/>
            <a:ext cx="4399800" cy="5162700"/>
          </a:xfrm>
          <a:prstGeom prst="rect">
            <a:avLst/>
          </a:prstGeom>
        </p:spPr>
        <p:txBody>
          <a:bodyPr spcFirstLastPara="1" wrap="square" lIns="113100" tIns="113100" rIns="113100" bIns="113100" anchor="t" anchorCtr="0">
            <a:normAutofit/>
          </a:bodyPr>
          <a:lstStyle>
            <a:lvl1pPr marL="457200" lvl="0" indent="-336550">
              <a:spcBef>
                <a:spcPts val="0"/>
              </a:spcBef>
              <a:spcAft>
                <a:spcPts val="0"/>
              </a:spcAft>
              <a:buSzPts val="1700"/>
              <a:buChar char="●"/>
              <a:defRPr sz="1700"/>
            </a:lvl1pPr>
            <a:lvl2pPr marL="914400" lvl="1" indent="-323850">
              <a:spcBef>
                <a:spcPts val="0"/>
              </a:spcBef>
              <a:spcAft>
                <a:spcPts val="0"/>
              </a:spcAft>
              <a:buSzPts val="1500"/>
              <a:buChar char="○"/>
              <a:defRPr sz="1500"/>
            </a:lvl2pPr>
            <a:lvl3pPr marL="1371600" lvl="2" indent="-323850">
              <a:spcBef>
                <a:spcPts val="0"/>
              </a:spcBef>
              <a:spcAft>
                <a:spcPts val="0"/>
              </a:spcAft>
              <a:buSzPts val="1500"/>
              <a:buChar char="■"/>
              <a:defRPr sz="1500"/>
            </a:lvl3pPr>
            <a:lvl4pPr marL="1828800" lvl="3" indent="-323850">
              <a:spcBef>
                <a:spcPts val="0"/>
              </a:spcBef>
              <a:spcAft>
                <a:spcPts val="0"/>
              </a:spcAft>
              <a:buSzPts val="1500"/>
              <a:buChar char="●"/>
              <a:defRPr sz="1500"/>
            </a:lvl4pPr>
            <a:lvl5pPr marL="2286000" lvl="4" indent="-323850">
              <a:spcBef>
                <a:spcPts val="0"/>
              </a:spcBef>
              <a:spcAft>
                <a:spcPts val="0"/>
              </a:spcAft>
              <a:buSzPts val="1500"/>
              <a:buChar char="○"/>
              <a:defRPr sz="1500"/>
            </a:lvl5pPr>
            <a:lvl6pPr marL="2743200" lvl="5" indent="-323850">
              <a:spcBef>
                <a:spcPts val="0"/>
              </a:spcBef>
              <a:spcAft>
                <a:spcPts val="0"/>
              </a:spcAft>
              <a:buSzPts val="1500"/>
              <a:buChar char="■"/>
              <a:defRPr sz="1500"/>
            </a:lvl6pPr>
            <a:lvl7pPr marL="3200400" lvl="6" indent="-323850">
              <a:spcBef>
                <a:spcPts val="0"/>
              </a:spcBef>
              <a:spcAft>
                <a:spcPts val="0"/>
              </a:spcAft>
              <a:buSzPts val="1500"/>
              <a:buChar char="●"/>
              <a:defRPr sz="1500"/>
            </a:lvl7pPr>
            <a:lvl8pPr marL="3657600" lvl="7" indent="-323850">
              <a:spcBef>
                <a:spcPts val="0"/>
              </a:spcBef>
              <a:spcAft>
                <a:spcPts val="0"/>
              </a:spcAft>
              <a:buSzPts val="1500"/>
              <a:buChar char="○"/>
              <a:defRPr sz="1500"/>
            </a:lvl8pPr>
            <a:lvl9pPr marL="4114800" lvl="8" indent="-323850">
              <a:spcBef>
                <a:spcPts val="0"/>
              </a:spcBef>
              <a:spcAft>
                <a:spcPts val="0"/>
              </a:spcAft>
              <a:buSzPts val="1500"/>
              <a:buChar char="■"/>
              <a:defRPr sz="1500"/>
            </a:lvl9pPr>
          </a:lstStyle>
          <a:p>
            <a:endParaRPr/>
          </a:p>
        </p:txBody>
      </p:sp>
      <p:sp>
        <p:nvSpPr>
          <p:cNvPr id="24" name="Google Shape;24;p5"/>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42870" y="672482"/>
            <a:ext cx="9372600" cy="865500"/>
          </a:xfrm>
          <a:prstGeom prst="rect">
            <a:avLst/>
          </a:prstGeom>
        </p:spPr>
        <p:txBody>
          <a:bodyPr spcFirstLastPara="1" wrap="square" lIns="113100" tIns="113100" rIns="113100" bIns="113100" anchor="t" anchorCtr="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7" name="Google Shape;27;p6"/>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42870" y="839573"/>
            <a:ext cx="3088800" cy="1141800"/>
          </a:xfrm>
          <a:prstGeom prst="rect">
            <a:avLst/>
          </a:prstGeom>
        </p:spPr>
        <p:txBody>
          <a:bodyPr spcFirstLastPara="1" wrap="square" lIns="113100" tIns="113100" rIns="113100" bIns="113100"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0" name="Google Shape;30;p7"/>
          <p:cNvSpPr txBox="1">
            <a:spLocks noGrp="1"/>
          </p:cNvSpPr>
          <p:nvPr>
            <p:ph type="body" idx="1"/>
          </p:nvPr>
        </p:nvSpPr>
        <p:spPr>
          <a:xfrm>
            <a:off x="342870" y="2099840"/>
            <a:ext cx="3088800" cy="4804500"/>
          </a:xfrm>
          <a:prstGeom prst="rect">
            <a:avLst/>
          </a:prstGeom>
        </p:spPr>
        <p:txBody>
          <a:bodyPr spcFirstLastPara="1" wrap="square" lIns="113100" tIns="113100" rIns="113100" bIns="113100" anchor="t" anchorCtr="0">
            <a:normAutofit/>
          </a:bodyPr>
          <a:lstStyle>
            <a:lvl1pPr marL="457200" lvl="0" indent="-323850">
              <a:spcBef>
                <a:spcPts val="0"/>
              </a:spcBef>
              <a:spcAft>
                <a:spcPts val="0"/>
              </a:spcAft>
              <a:buSzPts val="1500"/>
              <a:buChar char="●"/>
              <a:defRPr sz="1500"/>
            </a:lvl1pPr>
            <a:lvl2pPr marL="914400" lvl="1" indent="-323850">
              <a:spcBef>
                <a:spcPts val="0"/>
              </a:spcBef>
              <a:spcAft>
                <a:spcPts val="0"/>
              </a:spcAft>
              <a:buSzPts val="1500"/>
              <a:buChar char="○"/>
              <a:defRPr sz="1500"/>
            </a:lvl2pPr>
            <a:lvl3pPr marL="1371600" lvl="2" indent="-323850">
              <a:spcBef>
                <a:spcPts val="0"/>
              </a:spcBef>
              <a:spcAft>
                <a:spcPts val="0"/>
              </a:spcAft>
              <a:buSzPts val="1500"/>
              <a:buChar char="■"/>
              <a:defRPr sz="1500"/>
            </a:lvl3pPr>
            <a:lvl4pPr marL="1828800" lvl="3" indent="-323850">
              <a:spcBef>
                <a:spcPts val="0"/>
              </a:spcBef>
              <a:spcAft>
                <a:spcPts val="0"/>
              </a:spcAft>
              <a:buSzPts val="1500"/>
              <a:buChar char="●"/>
              <a:defRPr sz="1500"/>
            </a:lvl4pPr>
            <a:lvl5pPr marL="2286000" lvl="4" indent="-323850">
              <a:spcBef>
                <a:spcPts val="0"/>
              </a:spcBef>
              <a:spcAft>
                <a:spcPts val="0"/>
              </a:spcAft>
              <a:buSzPts val="1500"/>
              <a:buChar char="○"/>
              <a:defRPr sz="1500"/>
            </a:lvl5pPr>
            <a:lvl6pPr marL="2743200" lvl="5" indent="-323850">
              <a:spcBef>
                <a:spcPts val="0"/>
              </a:spcBef>
              <a:spcAft>
                <a:spcPts val="0"/>
              </a:spcAft>
              <a:buSzPts val="1500"/>
              <a:buChar char="■"/>
              <a:defRPr sz="1500"/>
            </a:lvl6pPr>
            <a:lvl7pPr marL="3200400" lvl="6" indent="-323850">
              <a:spcBef>
                <a:spcPts val="0"/>
              </a:spcBef>
              <a:spcAft>
                <a:spcPts val="0"/>
              </a:spcAft>
              <a:buSzPts val="1500"/>
              <a:buChar char="●"/>
              <a:defRPr sz="1500"/>
            </a:lvl7pPr>
            <a:lvl8pPr marL="3657600" lvl="7" indent="-323850">
              <a:spcBef>
                <a:spcPts val="0"/>
              </a:spcBef>
              <a:spcAft>
                <a:spcPts val="0"/>
              </a:spcAft>
              <a:buSzPts val="1500"/>
              <a:buChar char="○"/>
              <a:defRPr sz="1500"/>
            </a:lvl8pPr>
            <a:lvl9pPr marL="4114800" lvl="8" indent="-323850">
              <a:spcBef>
                <a:spcPts val="0"/>
              </a:spcBef>
              <a:spcAft>
                <a:spcPts val="0"/>
              </a:spcAft>
              <a:buSzPts val="1500"/>
              <a:buChar char="■"/>
              <a:defRPr sz="1500"/>
            </a:lvl9pPr>
          </a:lstStyle>
          <a:p>
            <a:endParaRPr/>
          </a:p>
        </p:txBody>
      </p:sp>
      <p:sp>
        <p:nvSpPr>
          <p:cNvPr id="31" name="Google Shape;31;p7"/>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539275" y="680227"/>
            <a:ext cx="7004700" cy="6181800"/>
          </a:xfrm>
          <a:prstGeom prst="rect">
            <a:avLst/>
          </a:prstGeom>
        </p:spPr>
        <p:txBody>
          <a:bodyPr spcFirstLastPara="1" wrap="square" lIns="113100" tIns="113100" rIns="113100" bIns="113100" anchor="ctr" anchorCtr="0">
            <a:normAutofit/>
          </a:bodyPr>
          <a:lstStyle>
            <a:lvl1pPr lvl="0">
              <a:spcBef>
                <a:spcPts val="0"/>
              </a:spcBef>
              <a:spcAft>
                <a:spcPts val="0"/>
              </a:spcAft>
              <a:buSzPts val="5900"/>
              <a:buNone/>
              <a:defRPr sz="5900"/>
            </a:lvl1pPr>
            <a:lvl2pPr lvl="1">
              <a:spcBef>
                <a:spcPts val="0"/>
              </a:spcBef>
              <a:spcAft>
                <a:spcPts val="0"/>
              </a:spcAft>
              <a:buSzPts val="5900"/>
              <a:buNone/>
              <a:defRPr sz="5900"/>
            </a:lvl2pPr>
            <a:lvl3pPr lvl="2">
              <a:spcBef>
                <a:spcPts val="0"/>
              </a:spcBef>
              <a:spcAft>
                <a:spcPts val="0"/>
              </a:spcAft>
              <a:buSzPts val="5900"/>
              <a:buNone/>
              <a:defRPr sz="5900"/>
            </a:lvl3pPr>
            <a:lvl4pPr lvl="3">
              <a:spcBef>
                <a:spcPts val="0"/>
              </a:spcBef>
              <a:spcAft>
                <a:spcPts val="0"/>
              </a:spcAft>
              <a:buSzPts val="5900"/>
              <a:buNone/>
              <a:defRPr sz="5900"/>
            </a:lvl4pPr>
            <a:lvl5pPr lvl="4">
              <a:spcBef>
                <a:spcPts val="0"/>
              </a:spcBef>
              <a:spcAft>
                <a:spcPts val="0"/>
              </a:spcAft>
              <a:buSzPts val="5900"/>
              <a:buNone/>
              <a:defRPr sz="5900"/>
            </a:lvl5pPr>
            <a:lvl6pPr lvl="5">
              <a:spcBef>
                <a:spcPts val="0"/>
              </a:spcBef>
              <a:spcAft>
                <a:spcPts val="0"/>
              </a:spcAft>
              <a:buSzPts val="5900"/>
              <a:buNone/>
              <a:defRPr sz="5900"/>
            </a:lvl6pPr>
            <a:lvl7pPr lvl="6">
              <a:spcBef>
                <a:spcPts val="0"/>
              </a:spcBef>
              <a:spcAft>
                <a:spcPts val="0"/>
              </a:spcAft>
              <a:buSzPts val="5900"/>
              <a:buNone/>
              <a:defRPr sz="5900"/>
            </a:lvl7pPr>
            <a:lvl8pPr lvl="7">
              <a:spcBef>
                <a:spcPts val="0"/>
              </a:spcBef>
              <a:spcAft>
                <a:spcPts val="0"/>
              </a:spcAft>
              <a:buSzPts val="5900"/>
              <a:buNone/>
              <a:defRPr sz="5900"/>
            </a:lvl8pPr>
            <a:lvl9pPr lvl="8">
              <a:spcBef>
                <a:spcPts val="0"/>
              </a:spcBef>
              <a:spcAft>
                <a:spcPts val="0"/>
              </a:spcAft>
              <a:buSzPts val="5900"/>
              <a:buNone/>
              <a:defRPr sz="5900"/>
            </a:lvl9pPr>
          </a:lstStyle>
          <a:p>
            <a:endParaRPr/>
          </a:p>
        </p:txBody>
      </p:sp>
      <p:sp>
        <p:nvSpPr>
          <p:cNvPr id="34" name="Google Shape;34;p8"/>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spcFirstLastPara="1" wrap="square" lIns="113100" tIns="113100" rIns="113100" bIns="11310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92050" y="1863464"/>
            <a:ext cx="4449600" cy="2239800"/>
          </a:xfrm>
          <a:prstGeom prst="rect">
            <a:avLst/>
          </a:prstGeom>
        </p:spPr>
        <p:txBody>
          <a:bodyPr spcFirstLastPara="1" wrap="square" lIns="113100" tIns="113100" rIns="113100" bIns="113100"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8" name="Google Shape;38;p9"/>
          <p:cNvSpPr txBox="1">
            <a:spLocks noGrp="1"/>
          </p:cNvSpPr>
          <p:nvPr>
            <p:ph type="subTitle" idx="1"/>
          </p:nvPr>
        </p:nvSpPr>
        <p:spPr>
          <a:xfrm>
            <a:off x="292050" y="4235758"/>
            <a:ext cx="4449600" cy="1866300"/>
          </a:xfrm>
          <a:prstGeom prst="rect">
            <a:avLst/>
          </a:prstGeom>
        </p:spPr>
        <p:txBody>
          <a:bodyPr spcFirstLastPara="1" wrap="square" lIns="113100" tIns="113100" rIns="113100" bIns="113100" anchor="t" anchorCtr="0">
            <a:norm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2600"/>
              <a:buNone/>
              <a:defRPr sz="2600"/>
            </a:lvl2pPr>
            <a:lvl3pPr lvl="2" algn="ctr">
              <a:lnSpc>
                <a:spcPct val="100000"/>
              </a:lnSpc>
              <a:spcBef>
                <a:spcPts val="0"/>
              </a:spcBef>
              <a:spcAft>
                <a:spcPts val="0"/>
              </a:spcAft>
              <a:buSzPts val="2600"/>
              <a:buNone/>
              <a:defRPr sz="2600"/>
            </a:lvl3pPr>
            <a:lvl4pPr lvl="3" algn="ctr">
              <a:lnSpc>
                <a:spcPct val="100000"/>
              </a:lnSpc>
              <a:spcBef>
                <a:spcPts val="0"/>
              </a:spcBef>
              <a:spcAft>
                <a:spcPts val="0"/>
              </a:spcAft>
              <a:buSzPts val="2600"/>
              <a:buNone/>
              <a:defRPr sz="2600"/>
            </a:lvl4pPr>
            <a:lvl5pPr lvl="4" algn="ctr">
              <a:lnSpc>
                <a:spcPct val="100000"/>
              </a:lnSpc>
              <a:spcBef>
                <a:spcPts val="0"/>
              </a:spcBef>
              <a:spcAft>
                <a:spcPts val="0"/>
              </a:spcAft>
              <a:buSzPts val="2600"/>
              <a:buNone/>
              <a:defRPr sz="2600"/>
            </a:lvl5pPr>
            <a:lvl6pPr lvl="5" algn="ctr">
              <a:lnSpc>
                <a:spcPct val="100000"/>
              </a:lnSpc>
              <a:spcBef>
                <a:spcPts val="0"/>
              </a:spcBef>
              <a:spcAft>
                <a:spcPts val="0"/>
              </a:spcAft>
              <a:buSzPts val="2600"/>
              <a:buNone/>
              <a:defRPr sz="2600"/>
            </a:lvl6pPr>
            <a:lvl7pPr lvl="6" algn="ctr">
              <a:lnSpc>
                <a:spcPct val="100000"/>
              </a:lnSpc>
              <a:spcBef>
                <a:spcPts val="0"/>
              </a:spcBef>
              <a:spcAft>
                <a:spcPts val="0"/>
              </a:spcAft>
              <a:buSzPts val="2600"/>
              <a:buNone/>
              <a:defRPr sz="2600"/>
            </a:lvl7pPr>
            <a:lvl8pPr lvl="7" algn="ctr">
              <a:lnSpc>
                <a:spcPct val="100000"/>
              </a:lnSpc>
              <a:spcBef>
                <a:spcPts val="0"/>
              </a:spcBef>
              <a:spcAft>
                <a:spcPts val="0"/>
              </a:spcAft>
              <a:buSzPts val="2600"/>
              <a:buNone/>
              <a:defRPr sz="2600"/>
            </a:lvl8pPr>
            <a:lvl9pPr lvl="8" algn="ctr">
              <a:lnSpc>
                <a:spcPct val="100000"/>
              </a:lnSpc>
              <a:spcBef>
                <a:spcPts val="0"/>
              </a:spcBef>
              <a:spcAft>
                <a:spcPts val="0"/>
              </a:spcAft>
              <a:buSzPts val="2600"/>
              <a:buNone/>
              <a:defRPr sz="2600"/>
            </a:lvl9pPr>
          </a:lstStyle>
          <a:p>
            <a:endParaRPr/>
          </a:p>
        </p:txBody>
      </p:sp>
      <p:sp>
        <p:nvSpPr>
          <p:cNvPr id="39" name="Google Shape;39;p9"/>
          <p:cNvSpPr txBox="1">
            <a:spLocks noGrp="1"/>
          </p:cNvSpPr>
          <p:nvPr>
            <p:ph type="body" idx="2"/>
          </p:nvPr>
        </p:nvSpPr>
        <p:spPr>
          <a:xfrm>
            <a:off x="5433450" y="1094158"/>
            <a:ext cx="4220700" cy="5583600"/>
          </a:xfrm>
          <a:prstGeom prst="rect">
            <a:avLst/>
          </a:prstGeom>
        </p:spPr>
        <p:txBody>
          <a:bodyPr spcFirstLastPara="1" wrap="square" lIns="113100" tIns="113100" rIns="113100" bIns="113100" anchor="ctr" anchorCtr="0">
            <a:normAutofit/>
          </a:bodyPr>
          <a:lstStyle>
            <a:lvl1pPr marL="457200" lvl="0" indent="-368300">
              <a:spcBef>
                <a:spcPts val="0"/>
              </a:spcBef>
              <a:spcAft>
                <a:spcPts val="0"/>
              </a:spcAft>
              <a:buSzPts val="22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40" name="Google Shape;40;p9"/>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42870" y="6392869"/>
            <a:ext cx="6598800" cy="914400"/>
          </a:xfrm>
          <a:prstGeom prst="rect">
            <a:avLst/>
          </a:prstGeom>
        </p:spPr>
        <p:txBody>
          <a:bodyPr spcFirstLastPara="1" wrap="square" lIns="113100" tIns="113100" rIns="113100" bIns="113100" anchor="ctr" anchorCtr="0">
            <a:normAutofit/>
          </a:bodyPr>
          <a:lstStyle>
            <a:lvl1pPr marL="457200" lvl="0" indent="-228600">
              <a:lnSpc>
                <a:spcPct val="100000"/>
              </a:lnSpc>
              <a:spcBef>
                <a:spcPts val="0"/>
              </a:spcBef>
              <a:spcAft>
                <a:spcPts val="0"/>
              </a:spcAft>
              <a:buSzPts val="2200"/>
              <a:buNone/>
              <a:defRPr/>
            </a:lvl1pPr>
          </a:lstStyle>
          <a:p>
            <a:endParaRPr/>
          </a:p>
        </p:txBody>
      </p:sp>
      <p:sp>
        <p:nvSpPr>
          <p:cNvPr id="43" name="Google Shape;43;p10"/>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42870" y="1671478"/>
            <a:ext cx="9372600" cy="2967000"/>
          </a:xfrm>
          <a:prstGeom prst="rect">
            <a:avLst/>
          </a:prstGeom>
        </p:spPr>
        <p:txBody>
          <a:bodyPr spcFirstLastPara="1" wrap="square" lIns="113100" tIns="113100" rIns="113100" bIns="113100" anchor="b" anchorCtr="0">
            <a:normAutofit/>
          </a:bodyPr>
          <a:lstStyle>
            <a:lvl1pPr lvl="0" algn="ctr">
              <a:spcBef>
                <a:spcPts val="0"/>
              </a:spcBef>
              <a:spcAft>
                <a:spcPts val="0"/>
              </a:spcAft>
              <a:buSzPts val="14800"/>
              <a:buNone/>
              <a:defRPr sz="14800"/>
            </a:lvl1pPr>
            <a:lvl2pPr lvl="1" algn="ctr">
              <a:spcBef>
                <a:spcPts val="0"/>
              </a:spcBef>
              <a:spcAft>
                <a:spcPts val="0"/>
              </a:spcAft>
              <a:buSzPts val="14800"/>
              <a:buNone/>
              <a:defRPr sz="14800"/>
            </a:lvl2pPr>
            <a:lvl3pPr lvl="2" algn="ctr">
              <a:spcBef>
                <a:spcPts val="0"/>
              </a:spcBef>
              <a:spcAft>
                <a:spcPts val="0"/>
              </a:spcAft>
              <a:buSzPts val="14800"/>
              <a:buNone/>
              <a:defRPr sz="14800"/>
            </a:lvl3pPr>
            <a:lvl4pPr lvl="3" algn="ctr">
              <a:spcBef>
                <a:spcPts val="0"/>
              </a:spcBef>
              <a:spcAft>
                <a:spcPts val="0"/>
              </a:spcAft>
              <a:buSzPts val="14800"/>
              <a:buNone/>
              <a:defRPr sz="14800"/>
            </a:lvl4pPr>
            <a:lvl5pPr lvl="4" algn="ctr">
              <a:spcBef>
                <a:spcPts val="0"/>
              </a:spcBef>
              <a:spcAft>
                <a:spcPts val="0"/>
              </a:spcAft>
              <a:buSzPts val="14800"/>
              <a:buNone/>
              <a:defRPr sz="14800"/>
            </a:lvl5pPr>
            <a:lvl6pPr lvl="5" algn="ctr">
              <a:spcBef>
                <a:spcPts val="0"/>
              </a:spcBef>
              <a:spcAft>
                <a:spcPts val="0"/>
              </a:spcAft>
              <a:buSzPts val="14800"/>
              <a:buNone/>
              <a:defRPr sz="14800"/>
            </a:lvl6pPr>
            <a:lvl7pPr lvl="6" algn="ctr">
              <a:spcBef>
                <a:spcPts val="0"/>
              </a:spcBef>
              <a:spcAft>
                <a:spcPts val="0"/>
              </a:spcAft>
              <a:buSzPts val="14800"/>
              <a:buNone/>
              <a:defRPr sz="14800"/>
            </a:lvl7pPr>
            <a:lvl8pPr lvl="7" algn="ctr">
              <a:spcBef>
                <a:spcPts val="0"/>
              </a:spcBef>
              <a:spcAft>
                <a:spcPts val="0"/>
              </a:spcAft>
              <a:buSzPts val="14800"/>
              <a:buNone/>
              <a:defRPr sz="14800"/>
            </a:lvl8pPr>
            <a:lvl9pPr lvl="8" algn="ctr">
              <a:spcBef>
                <a:spcPts val="0"/>
              </a:spcBef>
              <a:spcAft>
                <a:spcPts val="0"/>
              </a:spcAft>
              <a:buSzPts val="14800"/>
              <a:buNone/>
              <a:defRPr sz="14800"/>
            </a:lvl9pPr>
          </a:lstStyle>
          <a:p>
            <a:r>
              <a:t>xx%</a:t>
            </a:r>
          </a:p>
        </p:txBody>
      </p:sp>
      <p:sp>
        <p:nvSpPr>
          <p:cNvPr id="46" name="Google Shape;46;p11"/>
          <p:cNvSpPr txBox="1">
            <a:spLocks noGrp="1"/>
          </p:cNvSpPr>
          <p:nvPr>
            <p:ph type="body" idx="1"/>
          </p:nvPr>
        </p:nvSpPr>
        <p:spPr>
          <a:xfrm>
            <a:off x="342870" y="4763362"/>
            <a:ext cx="9372600" cy="1965600"/>
          </a:xfrm>
          <a:prstGeom prst="rect">
            <a:avLst/>
          </a:prstGeom>
        </p:spPr>
        <p:txBody>
          <a:bodyPr spcFirstLastPara="1" wrap="square" lIns="113100" tIns="113100" rIns="113100" bIns="113100" anchor="t" anchorCtr="0">
            <a:normAutofit/>
          </a:bodyPr>
          <a:lstStyle>
            <a:lvl1pPr marL="457200" lvl="0" indent="-368300" algn="ctr">
              <a:spcBef>
                <a:spcPts val="0"/>
              </a:spcBef>
              <a:spcAft>
                <a:spcPts val="0"/>
              </a:spcAft>
              <a:buSzPts val="2200"/>
              <a:buChar char="●"/>
              <a:defRPr/>
            </a:lvl1pPr>
            <a:lvl2pPr marL="914400" lvl="1" indent="-336550" algn="ctr">
              <a:spcBef>
                <a:spcPts val="0"/>
              </a:spcBef>
              <a:spcAft>
                <a:spcPts val="0"/>
              </a:spcAft>
              <a:buSzPts val="1700"/>
              <a:buChar char="○"/>
              <a:defRPr/>
            </a:lvl2pPr>
            <a:lvl3pPr marL="1371600" lvl="2" indent="-336550" algn="ctr">
              <a:spcBef>
                <a:spcPts val="0"/>
              </a:spcBef>
              <a:spcAft>
                <a:spcPts val="0"/>
              </a:spcAft>
              <a:buSzPts val="1700"/>
              <a:buChar char="■"/>
              <a:defRPr/>
            </a:lvl3pPr>
            <a:lvl4pPr marL="1828800" lvl="3" indent="-336550" algn="ctr">
              <a:spcBef>
                <a:spcPts val="0"/>
              </a:spcBef>
              <a:spcAft>
                <a:spcPts val="0"/>
              </a:spcAft>
              <a:buSzPts val="1700"/>
              <a:buChar char="●"/>
              <a:defRPr/>
            </a:lvl4pPr>
            <a:lvl5pPr marL="2286000" lvl="4" indent="-336550" algn="ctr">
              <a:spcBef>
                <a:spcPts val="0"/>
              </a:spcBef>
              <a:spcAft>
                <a:spcPts val="0"/>
              </a:spcAft>
              <a:buSzPts val="1700"/>
              <a:buChar char="○"/>
              <a:defRPr/>
            </a:lvl5pPr>
            <a:lvl6pPr marL="2743200" lvl="5" indent="-336550" algn="ctr">
              <a:spcBef>
                <a:spcPts val="0"/>
              </a:spcBef>
              <a:spcAft>
                <a:spcPts val="0"/>
              </a:spcAft>
              <a:buSzPts val="1700"/>
              <a:buChar char="■"/>
              <a:defRPr/>
            </a:lvl6pPr>
            <a:lvl7pPr marL="3200400" lvl="6" indent="-336550" algn="ctr">
              <a:spcBef>
                <a:spcPts val="0"/>
              </a:spcBef>
              <a:spcAft>
                <a:spcPts val="0"/>
              </a:spcAft>
              <a:buSzPts val="1700"/>
              <a:buChar char="●"/>
              <a:defRPr/>
            </a:lvl7pPr>
            <a:lvl8pPr marL="3657600" lvl="7" indent="-336550" algn="ctr">
              <a:spcBef>
                <a:spcPts val="0"/>
              </a:spcBef>
              <a:spcAft>
                <a:spcPts val="0"/>
              </a:spcAft>
              <a:buSzPts val="1700"/>
              <a:buChar char="○"/>
              <a:defRPr/>
            </a:lvl8pPr>
            <a:lvl9pPr marL="4114800" lvl="8" indent="-336550" algn="ctr">
              <a:spcBef>
                <a:spcPts val="0"/>
              </a:spcBef>
              <a:spcAft>
                <a:spcPts val="0"/>
              </a:spcAft>
              <a:buSzPts val="1700"/>
              <a:buChar char="■"/>
              <a:defRPr/>
            </a:lvl9pPr>
          </a:lstStyle>
          <a:p>
            <a:endParaRPr/>
          </a:p>
        </p:txBody>
      </p:sp>
      <p:sp>
        <p:nvSpPr>
          <p:cNvPr id="47" name="Google Shape;47;p11"/>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9319704" y="7046639"/>
            <a:ext cx="603600" cy="594900"/>
          </a:xfrm>
          <a:prstGeom prst="rect">
            <a:avLst/>
          </a:prstGeom>
        </p:spPr>
        <p:txBody>
          <a:bodyPr spcFirstLastPara="1" wrap="square" lIns="113100" tIns="113100" rIns="113100" bIns="1131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12"/>
          <p:cNvSpPr/>
          <p:nvPr/>
        </p:nvSpPr>
        <p:spPr>
          <a:xfrm>
            <a:off x="320850" y="243750"/>
            <a:ext cx="9416700" cy="7284900"/>
          </a:xfrm>
          <a:prstGeom prst="rect">
            <a:avLst/>
          </a:prstGeom>
          <a:solidFill>
            <a:schemeClr val="lt1"/>
          </a:solidFill>
          <a:ln w="76200" cap="flat" cmpd="sng">
            <a:solidFill>
              <a:srgbClr val="004C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2"/>
          <p:cNvSpPr txBox="1"/>
          <p:nvPr/>
        </p:nvSpPr>
        <p:spPr>
          <a:xfrm>
            <a:off x="694375" y="-3325"/>
            <a:ext cx="7084800" cy="461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004C92"/>
                </a:solidFill>
                <a:latin typeface="PT Sans"/>
                <a:ea typeface="PT Sans"/>
                <a:cs typeface="PT Sans"/>
                <a:sym typeface="PT Sans"/>
              </a:rPr>
              <a:t>Straight from the Horse’s Mouth: Survival of the Toothiest - Epoch Card</a:t>
            </a:r>
            <a:endParaRPr sz="1800" b="1">
              <a:solidFill>
                <a:srgbClr val="004C92"/>
              </a:solidFill>
              <a:latin typeface="PT Sans"/>
              <a:ea typeface="PT Sans"/>
              <a:cs typeface="PT Sans"/>
              <a:sym typeface="PT Sans"/>
            </a:endParaRPr>
          </a:p>
        </p:txBody>
      </p:sp>
      <p:pic>
        <p:nvPicPr>
          <p:cNvPr id="52" name="Google Shape;52;p12"/>
          <p:cNvPicPr preferRelativeResize="0"/>
          <p:nvPr/>
        </p:nvPicPr>
        <p:blipFill>
          <a:blip r:embed="rId2">
            <a:alphaModFix/>
          </a:blip>
          <a:stretch>
            <a:fillRect/>
          </a:stretch>
        </p:blipFill>
        <p:spPr>
          <a:xfrm>
            <a:off x="4876800" y="7325425"/>
            <a:ext cx="4554099" cy="247500"/>
          </a:xfrm>
          <a:prstGeom prst="rect">
            <a:avLst/>
          </a:prstGeom>
          <a:noFill/>
          <a:ln w="9525" cap="flat" cmpd="sng">
            <a:solidFill>
              <a:schemeClr val="lt1"/>
            </a:solidFill>
            <a:prstDash val="solid"/>
            <a:round/>
            <a:headEnd type="none" w="sm" len="sm"/>
            <a:tailEnd type="none" w="sm" len="sm"/>
          </a:ln>
        </p:spPr>
      </p:pic>
      <p:sp>
        <p:nvSpPr>
          <p:cNvPr id="53" name="Google Shape;53;p12"/>
          <p:cNvSpPr>
            <a:spLocks noGrp="1"/>
          </p:cNvSpPr>
          <p:nvPr>
            <p:ph type="pic" idx="2"/>
          </p:nvPr>
        </p:nvSpPr>
        <p:spPr>
          <a:xfrm>
            <a:off x="880050" y="804950"/>
            <a:ext cx="8298300" cy="3356400"/>
          </a:xfrm>
          <a:prstGeom prst="rect">
            <a:avLst/>
          </a:prstGeom>
          <a:noFill/>
          <a:ln>
            <a:noFill/>
          </a:ln>
        </p:spPr>
        <p:txBody>
          <a:bodyPr/>
          <a:lstStyle/>
          <a:p>
            <a:endParaRPr lang="en-US"/>
          </a:p>
        </p:txBody>
      </p:sp>
      <p:sp>
        <p:nvSpPr>
          <p:cNvPr id="54" name="Google Shape;54;p12"/>
          <p:cNvSpPr txBox="1"/>
          <p:nvPr/>
        </p:nvSpPr>
        <p:spPr>
          <a:xfrm>
            <a:off x="857400" y="4878049"/>
            <a:ext cx="8343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PT Sans"/>
              <a:ea typeface="PT Sans"/>
              <a:cs typeface="PT Sans"/>
              <a:sym typeface="PT Sans"/>
            </a:endParaRPr>
          </a:p>
        </p:txBody>
      </p:sp>
      <p:sp>
        <p:nvSpPr>
          <p:cNvPr id="55" name="Google Shape;55;p12"/>
          <p:cNvSpPr txBox="1">
            <a:spLocks noGrp="1"/>
          </p:cNvSpPr>
          <p:nvPr>
            <p:ph type="title"/>
          </p:nvPr>
        </p:nvSpPr>
        <p:spPr>
          <a:xfrm>
            <a:off x="879000" y="4699800"/>
            <a:ext cx="8300400" cy="1506000"/>
          </a:xfrm>
          <a:prstGeom prst="rect">
            <a:avLst/>
          </a:prstGeom>
        </p:spPr>
        <p:txBody>
          <a:bodyPr spcFirstLastPara="1" wrap="square" lIns="113100" tIns="113100" rIns="113100" bIns="113100" anchor="t" anchorCtr="0">
            <a:normAutofit/>
          </a:bodyPr>
          <a:lstStyle>
            <a:lvl1pPr lvl="0">
              <a:spcBef>
                <a:spcPts val="0"/>
              </a:spcBef>
              <a:spcAft>
                <a:spcPts val="0"/>
              </a:spcAft>
              <a:buSzPts val="1500"/>
              <a:buFont typeface="PT Sans"/>
              <a:buNone/>
              <a:defRPr sz="1500">
                <a:latin typeface="PT Sans"/>
                <a:ea typeface="PT Sans"/>
                <a:cs typeface="PT Sans"/>
                <a:sym typeface="PT Sans"/>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42870" y="672482"/>
            <a:ext cx="9372600" cy="865500"/>
          </a:xfrm>
          <a:prstGeom prst="rect">
            <a:avLst/>
          </a:prstGeom>
          <a:noFill/>
          <a:ln>
            <a:noFill/>
          </a:ln>
        </p:spPr>
        <p:txBody>
          <a:bodyPr spcFirstLastPara="1" wrap="square" lIns="113100" tIns="113100" rIns="113100" bIns="113100" anchor="t" anchorCtr="0">
            <a:normAutofit/>
          </a:bodyPr>
          <a:lstStyle>
            <a:lvl1pPr lvl="0">
              <a:spcBef>
                <a:spcPts val="0"/>
              </a:spcBef>
              <a:spcAft>
                <a:spcPts val="0"/>
              </a:spcAft>
              <a:buClr>
                <a:schemeClr val="dk1"/>
              </a:buClr>
              <a:buSzPts val="3500"/>
              <a:buNone/>
              <a:defRPr sz="3500">
                <a:solidFill>
                  <a:schemeClr val="dk1"/>
                </a:solidFill>
              </a:defRPr>
            </a:lvl1pPr>
            <a:lvl2pPr lvl="1">
              <a:spcBef>
                <a:spcPts val="0"/>
              </a:spcBef>
              <a:spcAft>
                <a:spcPts val="0"/>
              </a:spcAft>
              <a:buClr>
                <a:schemeClr val="dk1"/>
              </a:buClr>
              <a:buSzPts val="3500"/>
              <a:buNone/>
              <a:defRPr sz="3500">
                <a:solidFill>
                  <a:schemeClr val="dk1"/>
                </a:solidFill>
              </a:defRPr>
            </a:lvl2pPr>
            <a:lvl3pPr lvl="2">
              <a:spcBef>
                <a:spcPts val="0"/>
              </a:spcBef>
              <a:spcAft>
                <a:spcPts val="0"/>
              </a:spcAft>
              <a:buClr>
                <a:schemeClr val="dk1"/>
              </a:buClr>
              <a:buSzPts val="3500"/>
              <a:buNone/>
              <a:defRPr sz="3500">
                <a:solidFill>
                  <a:schemeClr val="dk1"/>
                </a:solidFill>
              </a:defRPr>
            </a:lvl3pPr>
            <a:lvl4pPr lvl="3">
              <a:spcBef>
                <a:spcPts val="0"/>
              </a:spcBef>
              <a:spcAft>
                <a:spcPts val="0"/>
              </a:spcAft>
              <a:buClr>
                <a:schemeClr val="dk1"/>
              </a:buClr>
              <a:buSzPts val="3500"/>
              <a:buNone/>
              <a:defRPr sz="3500">
                <a:solidFill>
                  <a:schemeClr val="dk1"/>
                </a:solidFill>
              </a:defRPr>
            </a:lvl4pPr>
            <a:lvl5pPr lvl="4">
              <a:spcBef>
                <a:spcPts val="0"/>
              </a:spcBef>
              <a:spcAft>
                <a:spcPts val="0"/>
              </a:spcAft>
              <a:buClr>
                <a:schemeClr val="dk1"/>
              </a:buClr>
              <a:buSzPts val="3500"/>
              <a:buNone/>
              <a:defRPr sz="3500">
                <a:solidFill>
                  <a:schemeClr val="dk1"/>
                </a:solidFill>
              </a:defRPr>
            </a:lvl5pPr>
            <a:lvl6pPr lvl="5">
              <a:spcBef>
                <a:spcPts val="0"/>
              </a:spcBef>
              <a:spcAft>
                <a:spcPts val="0"/>
              </a:spcAft>
              <a:buClr>
                <a:schemeClr val="dk1"/>
              </a:buClr>
              <a:buSzPts val="3500"/>
              <a:buNone/>
              <a:defRPr sz="3500">
                <a:solidFill>
                  <a:schemeClr val="dk1"/>
                </a:solidFill>
              </a:defRPr>
            </a:lvl6pPr>
            <a:lvl7pPr lvl="6">
              <a:spcBef>
                <a:spcPts val="0"/>
              </a:spcBef>
              <a:spcAft>
                <a:spcPts val="0"/>
              </a:spcAft>
              <a:buClr>
                <a:schemeClr val="dk1"/>
              </a:buClr>
              <a:buSzPts val="3500"/>
              <a:buNone/>
              <a:defRPr sz="3500">
                <a:solidFill>
                  <a:schemeClr val="dk1"/>
                </a:solidFill>
              </a:defRPr>
            </a:lvl7pPr>
            <a:lvl8pPr lvl="7">
              <a:spcBef>
                <a:spcPts val="0"/>
              </a:spcBef>
              <a:spcAft>
                <a:spcPts val="0"/>
              </a:spcAft>
              <a:buClr>
                <a:schemeClr val="dk1"/>
              </a:buClr>
              <a:buSzPts val="3500"/>
              <a:buNone/>
              <a:defRPr sz="3500">
                <a:solidFill>
                  <a:schemeClr val="dk1"/>
                </a:solidFill>
              </a:defRPr>
            </a:lvl8pPr>
            <a:lvl9pPr lvl="8">
              <a:spcBef>
                <a:spcPts val="0"/>
              </a:spcBef>
              <a:spcAft>
                <a:spcPts val="0"/>
              </a:spcAft>
              <a:buClr>
                <a:schemeClr val="dk1"/>
              </a:buClr>
              <a:buSzPts val="3500"/>
              <a:buNone/>
              <a:defRPr sz="3500">
                <a:solidFill>
                  <a:schemeClr val="dk1"/>
                </a:solidFill>
              </a:defRPr>
            </a:lvl9pPr>
          </a:lstStyle>
          <a:p>
            <a:endParaRPr/>
          </a:p>
        </p:txBody>
      </p:sp>
      <p:sp>
        <p:nvSpPr>
          <p:cNvPr id="7" name="Google Shape;7;p1"/>
          <p:cNvSpPr txBox="1">
            <a:spLocks noGrp="1"/>
          </p:cNvSpPr>
          <p:nvPr>
            <p:ph type="body" idx="1"/>
          </p:nvPr>
        </p:nvSpPr>
        <p:spPr>
          <a:xfrm>
            <a:off x="342870" y="1741518"/>
            <a:ext cx="9372600" cy="5162700"/>
          </a:xfrm>
          <a:prstGeom prst="rect">
            <a:avLst/>
          </a:prstGeom>
          <a:noFill/>
          <a:ln>
            <a:noFill/>
          </a:ln>
        </p:spPr>
        <p:txBody>
          <a:bodyPr spcFirstLastPara="1" wrap="square" lIns="113100" tIns="113100" rIns="113100" bIns="113100" anchor="t" anchorCtr="0">
            <a:normAutofit/>
          </a:bodyPr>
          <a:lstStyle>
            <a:lvl1pPr marL="457200" lvl="0" indent="-368300">
              <a:lnSpc>
                <a:spcPct val="115000"/>
              </a:lnSpc>
              <a:spcBef>
                <a:spcPts val="0"/>
              </a:spcBef>
              <a:spcAft>
                <a:spcPts val="0"/>
              </a:spcAft>
              <a:buClr>
                <a:schemeClr val="dk2"/>
              </a:buClr>
              <a:buSzPts val="2200"/>
              <a:buChar char="●"/>
              <a:defRPr sz="2200">
                <a:solidFill>
                  <a:schemeClr val="dk2"/>
                </a:solidFill>
              </a:defRPr>
            </a:lvl1pPr>
            <a:lvl2pPr marL="914400" lvl="1" indent="-336550">
              <a:lnSpc>
                <a:spcPct val="115000"/>
              </a:lnSpc>
              <a:spcBef>
                <a:spcPts val="0"/>
              </a:spcBef>
              <a:spcAft>
                <a:spcPts val="0"/>
              </a:spcAft>
              <a:buClr>
                <a:schemeClr val="dk2"/>
              </a:buClr>
              <a:buSzPts val="1700"/>
              <a:buChar char="○"/>
              <a:defRPr sz="1700">
                <a:solidFill>
                  <a:schemeClr val="dk2"/>
                </a:solidFill>
              </a:defRPr>
            </a:lvl2pPr>
            <a:lvl3pPr marL="1371600" lvl="2" indent="-336550">
              <a:lnSpc>
                <a:spcPct val="115000"/>
              </a:lnSpc>
              <a:spcBef>
                <a:spcPts val="0"/>
              </a:spcBef>
              <a:spcAft>
                <a:spcPts val="0"/>
              </a:spcAft>
              <a:buClr>
                <a:schemeClr val="dk2"/>
              </a:buClr>
              <a:buSzPts val="1700"/>
              <a:buChar char="■"/>
              <a:defRPr sz="1700">
                <a:solidFill>
                  <a:schemeClr val="dk2"/>
                </a:solidFill>
              </a:defRPr>
            </a:lvl3pPr>
            <a:lvl4pPr marL="1828800" lvl="3" indent="-336550">
              <a:lnSpc>
                <a:spcPct val="115000"/>
              </a:lnSpc>
              <a:spcBef>
                <a:spcPts val="0"/>
              </a:spcBef>
              <a:spcAft>
                <a:spcPts val="0"/>
              </a:spcAft>
              <a:buClr>
                <a:schemeClr val="dk2"/>
              </a:buClr>
              <a:buSzPts val="1700"/>
              <a:buChar char="●"/>
              <a:defRPr sz="1700">
                <a:solidFill>
                  <a:schemeClr val="dk2"/>
                </a:solidFill>
              </a:defRPr>
            </a:lvl4pPr>
            <a:lvl5pPr marL="2286000" lvl="4" indent="-336550">
              <a:lnSpc>
                <a:spcPct val="115000"/>
              </a:lnSpc>
              <a:spcBef>
                <a:spcPts val="0"/>
              </a:spcBef>
              <a:spcAft>
                <a:spcPts val="0"/>
              </a:spcAft>
              <a:buClr>
                <a:schemeClr val="dk2"/>
              </a:buClr>
              <a:buSzPts val="1700"/>
              <a:buChar char="○"/>
              <a:defRPr sz="1700">
                <a:solidFill>
                  <a:schemeClr val="dk2"/>
                </a:solidFill>
              </a:defRPr>
            </a:lvl5pPr>
            <a:lvl6pPr marL="2743200" lvl="5" indent="-336550">
              <a:lnSpc>
                <a:spcPct val="115000"/>
              </a:lnSpc>
              <a:spcBef>
                <a:spcPts val="0"/>
              </a:spcBef>
              <a:spcAft>
                <a:spcPts val="0"/>
              </a:spcAft>
              <a:buClr>
                <a:schemeClr val="dk2"/>
              </a:buClr>
              <a:buSzPts val="1700"/>
              <a:buChar char="■"/>
              <a:defRPr sz="1700">
                <a:solidFill>
                  <a:schemeClr val="dk2"/>
                </a:solidFill>
              </a:defRPr>
            </a:lvl6pPr>
            <a:lvl7pPr marL="3200400" lvl="6" indent="-336550">
              <a:lnSpc>
                <a:spcPct val="115000"/>
              </a:lnSpc>
              <a:spcBef>
                <a:spcPts val="0"/>
              </a:spcBef>
              <a:spcAft>
                <a:spcPts val="0"/>
              </a:spcAft>
              <a:buClr>
                <a:schemeClr val="dk2"/>
              </a:buClr>
              <a:buSzPts val="1700"/>
              <a:buChar char="●"/>
              <a:defRPr sz="1700">
                <a:solidFill>
                  <a:schemeClr val="dk2"/>
                </a:solidFill>
              </a:defRPr>
            </a:lvl7pPr>
            <a:lvl8pPr marL="3657600" lvl="7" indent="-336550">
              <a:lnSpc>
                <a:spcPct val="115000"/>
              </a:lnSpc>
              <a:spcBef>
                <a:spcPts val="0"/>
              </a:spcBef>
              <a:spcAft>
                <a:spcPts val="0"/>
              </a:spcAft>
              <a:buClr>
                <a:schemeClr val="dk2"/>
              </a:buClr>
              <a:buSzPts val="1700"/>
              <a:buChar char="○"/>
              <a:defRPr sz="1700">
                <a:solidFill>
                  <a:schemeClr val="dk2"/>
                </a:solidFill>
              </a:defRPr>
            </a:lvl8pPr>
            <a:lvl9pPr marL="4114800" lvl="8" indent="-336550">
              <a:lnSpc>
                <a:spcPct val="115000"/>
              </a:lnSpc>
              <a:spcBef>
                <a:spcPts val="0"/>
              </a:spcBef>
              <a:spcAft>
                <a:spcPts val="0"/>
              </a:spcAft>
              <a:buClr>
                <a:schemeClr val="dk2"/>
              </a:buClr>
              <a:buSzPts val="1700"/>
              <a:buChar char="■"/>
              <a:defRPr sz="1700">
                <a:solidFill>
                  <a:schemeClr val="dk2"/>
                </a:solidFill>
              </a:defRPr>
            </a:lvl9pPr>
          </a:lstStyle>
          <a:p>
            <a:endParaRPr/>
          </a:p>
        </p:txBody>
      </p:sp>
      <p:sp>
        <p:nvSpPr>
          <p:cNvPr id="8" name="Google Shape;8;p1"/>
          <p:cNvSpPr txBox="1">
            <a:spLocks noGrp="1"/>
          </p:cNvSpPr>
          <p:nvPr>
            <p:ph type="sldNum" idx="12"/>
          </p:nvPr>
        </p:nvSpPr>
        <p:spPr>
          <a:xfrm>
            <a:off x="9319704" y="7046639"/>
            <a:ext cx="603600" cy="594900"/>
          </a:xfrm>
          <a:prstGeom prst="rect">
            <a:avLst/>
          </a:prstGeom>
          <a:noFill/>
          <a:ln>
            <a:noFill/>
          </a:ln>
        </p:spPr>
        <p:txBody>
          <a:bodyPr spcFirstLastPara="1" wrap="square" lIns="113100" tIns="113100" rIns="113100" bIns="113100" anchor="ctr" anchorCtr="0">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pic>
        <p:nvPicPr>
          <p:cNvPr id="60" name="Google Shape;60;p13"/>
          <p:cNvPicPr preferRelativeResize="0">
            <a:picLocks noGrp="1"/>
          </p:cNvPicPr>
          <p:nvPr>
            <p:ph type="pic" idx="2"/>
          </p:nvPr>
        </p:nvPicPr>
        <p:blipFill rotWithShape="1">
          <a:blip r:embed="rId3">
            <a:alphaModFix/>
          </a:blip>
          <a:srcRect t="10611" b="13164"/>
          <a:stretch/>
        </p:blipFill>
        <p:spPr>
          <a:xfrm>
            <a:off x="672351" y="547050"/>
            <a:ext cx="8508100" cy="3931475"/>
          </a:xfrm>
          <a:prstGeom prst="rect">
            <a:avLst/>
          </a:prstGeom>
        </p:spPr>
      </p:pic>
      <p:sp>
        <p:nvSpPr>
          <p:cNvPr id="61" name="Google Shape;61;p13"/>
          <p:cNvSpPr txBox="1">
            <a:spLocks noGrp="1"/>
          </p:cNvSpPr>
          <p:nvPr>
            <p:ph type="title"/>
          </p:nvPr>
        </p:nvSpPr>
        <p:spPr>
          <a:xfrm>
            <a:off x="879000" y="4478525"/>
            <a:ext cx="8300400" cy="1506000"/>
          </a:xfrm>
          <a:prstGeom prst="rect">
            <a:avLst/>
          </a:prstGeom>
        </p:spPr>
        <p:txBody>
          <a:bodyPr spcFirstLastPara="1" wrap="square" lIns="113100" tIns="113100" rIns="113100" bIns="113100" anchor="t" anchorCtr="0">
            <a:normAutofit fontScale="90000"/>
          </a:bodyPr>
          <a:lstStyle/>
          <a:p>
            <a:pPr marL="0" lvl="0" indent="0" algn="ctr" rtl="0">
              <a:spcBef>
                <a:spcPts val="0"/>
              </a:spcBef>
              <a:spcAft>
                <a:spcPts val="0"/>
              </a:spcAft>
              <a:buNone/>
            </a:pPr>
            <a:r>
              <a:rPr lang="en" sz="2000" b="1"/>
              <a:t>Eocene Flora (55.8-33.9 MA)</a:t>
            </a:r>
            <a:endParaRPr sz="2000" b="1"/>
          </a:p>
          <a:p>
            <a:pPr marL="0" lvl="0" indent="0" algn="ctr" rtl="0">
              <a:spcBef>
                <a:spcPts val="0"/>
              </a:spcBef>
              <a:spcAft>
                <a:spcPts val="0"/>
              </a:spcAft>
              <a:buNone/>
            </a:pPr>
            <a:endParaRPr sz="2000" b="1"/>
          </a:p>
          <a:p>
            <a:pPr marL="0" lvl="0" indent="0" algn="l" rtl="0">
              <a:lnSpc>
                <a:spcPct val="115000"/>
              </a:lnSpc>
              <a:spcBef>
                <a:spcPts val="0"/>
              </a:spcBef>
              <a:spcAft>
                <a:spcPts val="0"/>
              </a:spcAft>
              <a:buClr>
                <a:schemeClr val="dk1"/>
              </a:buClr>
              <a:buSzPct val="61111"/>
              <a:buFont typeface="Arial"/>
              <a:buNone/>
            </a:pPr>
            <a:r>
              <a:rPr lang="en" sz="1800"/>
              <a:t>At the beginning of the Eocene, the high temperatures and warm oceans created a moist, balmy environment, with </a:t>
            </a:r>
            <a:r>
              <a:rPr lang="en" sz="1800" b="1" u="sng"/>
              <a:t>forests</a:t>
            </a:r>
            <a:r>
              <a:rPr lang="en" sz="1800"/>
              <a:t> spreading throughout the Earth from pole to pole. Tropical rainforests grew as far north as northern North America and Europe. Palm trees were growing as far north as Alaska! Cooling began mid-epoch, and by the end of the Eocene some places had begun to dry out. Deciduous trees (trees that lose their leaves in the winter) were better able to cope with large temperature changes and became more common.</a:t>
            </a:r>
            <a:endParaRPr sz="20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79000" y="4358675"/>
            <a:ext cx="8300400" cy="1506000"/>
          </a:xfrm>
          <a:prstGeom prst="rect">
            <a:avLst/>
          </a:prstGeom>
        </p:spPr>
        <p:txBody>
          <a:bodyPr spcFirstLastPara="1" wrap="square" lIns="113100" tIns="113100" rIns="113100" bIns="113100" anchor="t" anchorCtr="0">
            <a:normAutofit fontScale="90000"/>
          </a:bodyPr>
          <a:lstStyle/>
          <a:p>
            <a:pPr marL="0" lvl="0" indent="0" algn="ctr" rtl="0">
              <a:spcBef>
                <a:spcPts val="0"/>
              </a:spcBef>
              <a:spcAft>
                <a:spcPts val="0"/>
              </a:spcAft>
              <a:buNone/>
            </a:pPr>
            <a:r>
              <a:rPr lang="en" sz="2000" b="1"/>
              <a:t>Oligocene Flora (33.9-23 MA)</a:t>
            </a:r>
            <a:endParaRPr sz="2000" b="1"/>
          </a:p>
          <a:p>
            <a:pPr marL="0" lvl="0" indent="0" algn="l" rtl="0">
              <a:spcBef>
                <a:spcPts val="0"/>
              </a:spcBef>
              <a:spcAft>
                <a:spcPts val="0"/>
              </a:spcAft>
              <a:buNone/>
            </a:pPr>
            <a:endParaRPr sz="1200"/>
          </a:p>
          <a:p>
            <a:pPr marL="0" lvl="0" indent="0" algn="l" rtl="0">
              <a:lnSpc>
                <a:spcPct val="115000"/>
              </a:lnSpc>
              <a:spcBef>
                <a:spcPts val="0"/>
              </a:spcBef>
              <a:spcAft>
                <a:spcPts val="0"/>
              </a:spcAft>
              <a:buNone/>
            </a:pPr>
            <a:r>
              <a:rPr lang="en" sz="1800" b="1"/>
              <a:t>Grasslands began to expand</a:t>
            </a:r>
            <a:r>
              <a:rPr lang="en" sz="1800"/>
              <a:t> and forests (especially tropical ones) began to shrink. Grasses, a product of the cooler, drier climate, became one of the most important kinds of plants. As they spread over several million years, grasses fed herds of grazing animals, smaller animals and birds, and stabilized soil, which in turn reduced erosion. Grasses are high-fiber, low-protein plants and must be eaten in large quantities to provide enough nutrition. Because they contain tiny silica (glass) fragments, though, they are tough to chew and wear down animal teeth. However, even at the end of the epoch, grass was not as common as one would observe in a modern savannah today.</a:t>
            </a:r>
            <a:endParaRPr sz="1200"/>
          </a:p>
        </p:txBody>
      </p:sp>
      <p:pic>
        <p:nvPicPr>
          <p:cNvPr id="67" name="Google Shape;67;p14"/>
          <p:cNvPicPr preferRelativeResize="0">
            <a:picLocks noGrp="1"/>
          </p:cNvPicPr>
          <p:nvPr>
            <p:ph type="pic" idx="2"/>
          </p:nvPr>
        </p:nvPicPr>
        <p:blipFill rotWithShape="1">
          <a:blip r:embed="rId3">
            <a:alphaModFix/>
          </a:blip>
          <a:srcRect t="17808" b="17808"/>
          <a:stretch/>
        </p:blipFill>
        <p:spPr>
          <a:xfrm>
            <a:off x="880050" y="804950"/>
            <a:ext cx="8298299" cy="3356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72" name="Google Shape;72;p15"/>
          <p:cNvPicPr preferRelativeResize="0">
            <a:picLocks noGrp="1"/>
          </p:cNvPicPr>
          <p:nvPr>
            <p:ph type="pic" idx="2"/>
          </p:nvPr>
        </p:nvPicPr>
        <p:blipFill rotWithShape="1">
          <a:blip r:embed="rId3">
            <a:alphaModFix/>
          </a:blip>
          <a:srcRect l="554" r="554"/>
          <a:stretch/>
        </p:blipFill>
        <p:spPr>
          <a:xfrm>
            <a:off x="880050" y="804950"/>
            <a:ext cx="8298300" cy="3356400"/>
          </a:xfrm>
          <a:prstGeom prst="rect">
            <a:avLst/>
          </a:prstGeom>
        </p:spPr>
      </p:pic>
      <p:sp>
        <p:nvSpPr>
          <p:cNvPr id="73" name="Google Shape;73;p15"/>
          <p:cNvSpPr txBox="1">
            <a:spLocks noGrp="1"/>
          </p:cNvSpPr>
          <p:nvPr>
            <p:ph type="title"/>
          </p:nvPr>
        </p:nvSpPr>
        <p:spPr>
          <a:xfrm>
            <a:off x="879000" y="4699800"/>
            <a:ext cx="8300400" cy="1506000"/>
          </a:xfrm>
          <a:prstGeom prst="rect">
            <a:avLst/>
          </a:prstGeom>
        </p:spPr>
        <p:txBody>
          <a:bodyPr spcFirstLastPara="1" wrap="square" lIns="113100" tIns="113100" rIns="113100" bIns="113100" anchor="t" anchorCtr="0">
            <a:normAutofit fontScale="90000"/>
          </a:bodyPr>
          <a:lstStyle/>
          <a:p>
            <a:pPr marL="0" lvl="0" indent="0" algn="ctr" rtl="0">
              <a:spcBef>
                <a:spcPts val="0"/>
              </a:spcBef>
              <a:spcAft>
                <a:spcPts val="0"/>
              </a:spcAft>
              <a:buClr>
                <a:schemeClr val="dk1"/>
              </a:buClr>
              <a:buSzPct val="55000"/>
              <a:buFont typeface="Arial"/>
              <a:buNone/>
            </a:pPr>
            <a:r>
              <a:rPr lang="en" sz="2000" b="1"/>
              <a:t>Miocene Flora (23-5.3 MA)</a:t>
            </a:r>
            <a:endParaRPr sz="2000" b="1"/>
          </a:p>
          <a:p>
            <a:pPr marL="0" lvl="0" indent="0" algn="l" rtl="0">
              <a:spcBef>
                <a:spcPts val="0"/>
              </a:spcBef>
              <a:spcAft>
                <a:spcPts val="0"/>
              </a:spcAft>
              <a:buClr>
                <a:schemeClr val="dk1"/>
              </a:buClr>
              <a:buSzPct val="91667"/>
              <a:buFont typeface="Arial"/>
              <a:buNone/>
            </a:pPr>
            <a:endParaRPr sz="1200"/>
          </a:p>
          <a:p>
            <a:pPr marL="0" lvl="0" indent="0" algn="l" rtl="0">
              <a:lnSpc>
                <a:spcPct val="115000"/>
              </a:lnSpc>
              <a:spcBef>
                <a:spcPts val="0"/>
              </a:spcBef>
              <a:spcAft>
                <a:spcPts val="0"/>
              </a:spcAft>
              <a:buClr>
                <a:schemeClr val="dk1"/>
              </a:buClr>
              <a:buSzPct val="61111"/>
              <a:buFont typeface="Arial"/>
              <a:buNone/>
            </a:pPr>
            <a:r>
              <a:rPr lang="en" sz="1800"/>
              <a:t>Plants continued to adapt to higher light intensity and higher temperatures.  This resulted in more gritty, tough, fire-tolerant grasses. </a:t>
            </a:r>
            <a:r>
              <a:rPr lang="en" sz="1800">
                <a:solidFill>
                  <a:srgbClr val="202124"/>
                </a:solidFill>
                <a:highlight>
                  <a:srgbClr val="FFFFFF"/>
                </a:highlight>
              </a:rPr>
              <a:t>Grazing is a method of feeding in which herbivores (plant eaters) feed. on low-growing plants such as grasses</a:t>
            </a:r>
            <a:r>
              <a:rPr lang="en" sz="1800"/>
              <a:t> led to a </a:t>
            </a:r>
            <a:r>
              <a:rPr lang="en" sz="1800" b="1"/>
              <a:t>major expansion of grass-grazer ecosystems</a:t>
            </a:r>
            <a:r>
              <a:rPr lang="en" sz="1800"/>
              <a:t>. There were many herds of large, swift grazers pursued by predators across open grasslands.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a:picLocks noGrp="1"/>
          </p:cNvPicPr>
          <p:nvPr>
            <p:ph type="pic" idx="2"/>
          </p:nvPr>
        </p:nvPicPr>
        <p:blipFill rotWithShape="1">
          <a:blip r:embed="rId3">
            <a:alphaModFix/>
          </a:blip>
          <a:srcRect l="1000" t="1853" r="-1000" b="22516"/>
          <a:stretch/>
        </p:blipFill>
        <p:spPr>
          <a:xfrm>
            <a:off x="880050" y="615375"/>
            <a:ext cx="8298301" cy="4084425"/>
          </a:xfrm>
          <a:prstGeom prst="rect">
            <a:avLst/>
          </a:prstGeom>
        </p:spPr>
      </p:pic>
      <p:sp>
        <p:nvSpPr>
          <p:cNvPr id="79" name="Google Shape;79;p16"/>
          <p:cNvSpPr txBox="1">
            <a:spLocks noGrp="1"/>
          </p:cNvSpPr>
          <p:nvPr>
            <p:ph type="title"/>
          </p:nvPr>
        </p:nvSpPr>
        <p:spPr>
          <a:xfrm>
            <a:off x="879000" y="4865750"/>
            <a:ext cx="8300400" cy="1506000"/>
          </a:xfrm>
          <a:prstGeom prst="rect">
            <a:avLst/>
          </a:prstGeom>
        </p:spPr>
        <p:txBody>
          <a:bodyPr spcFirstLastPara="1" wrap="square" lIns="113100" tIns="113100" rIns="113100" bIns="113100" anchor="t" anchorCtr="0">
            <a:normAutofit fontScale="90000"/>
          </a:bodyPr>
          <a:lstStyle/>
          <a:p>
            <a:pPr marL="0" lvl="0" indent="0" algn="ctr" rtl="0">
              <a:spcBef>
                <a:spcPts val="0"/>
              </a:spcBef>
              <a:spcAft>
                <a:spcPts val="0"/>
              </a:spcAft>
              <a:buClr>
                <a:schemeClr val="dk1"/>
              </a:buClr>
              <a:buSzPct val="55000"/>
              <a:buFont typeface="Arial"/>
              <a:buNone/>
            </a:pPr>
            <a:r>
              <a:rPr lang="en" sz="2000" b="1"/>
              <a:t>Pliocene Flora (5.3-2.6 MA)</a:t>
            </a:r>
            <a:endParaRPr sz="2000" b="1"/>
          </a:p>
          <a:p>
            <a:pPr marL="0" lvl="0" indent="0" algn="l" rtl="0">
              <a:spcBef>
                <a:spcPts val="0"/>
              </a:spcBef>
              <a:spcAft>
                <a:spcPts val="0"/>
              </a:spcAft>
              <a:buClr>
                <a:schemeClr val="dk1"/>
              </a:buClr>
              <a:buSzPct val="91667"/>
              <a:buFont typeface="Arial"/>
              <a:buNone/>
            </a:pPr>
            <a:endParaRPr sz="1200"/>
          </a:p>
          <a:p>
            <a:pPr marL="0" lvl="0" indent="0" algn="l" rtl="0">
              <a:lnSpc>
                <a:spcPct val="115000"/>
              </a:lnSpc>
              <a:spcBef>
                <a:spcPts val="0"/>
              </a:spcBef>
              <a:spcAft>
                <a:spcPts val="0"/>
              </a:spcAft>
              <a:buClr>
                <a:schemeClr val="dk1"/>
              </a:buClr>
              <a:buSzPct val="61111"/>
              <a:buFont typeface="Arial"/>
              <a:buNone/>
            </a:pPr>
            <a:r>
              <a:rPr lang="en" sz="1800"/>
              <a:t>Tundra covered much of the north, and grasslands spread on all continents. Tundra’s have </a:t>
            </a:r>
            <a:r>
              <a:rPr lang="en" sz="1800">
                <a:solidFill>
                  <a:srgbClr val="333333"/>
                </a:solidFill>
                <a:highlight>
                  <a:srgbClr val="FFFFFF"/>
                </a:highlight>
              </a:rPr>
              <a:t>cold temperatures, little rain, poor nutrients, and short growing seasons. I</a:t>
            </a:r>
            <a:r>
              <a:rPr lang="en" sz="1800"/>
              <a:t>n the lower latitudes, </a:t>
            </a:r>
            <a:r>
              <a:rPr lang="en" sz="1800" b="1"/>
              <a:t>grasslands</a:t>
            </a:r>
            <a:r>
              <a:rPr lang="en" sz="1800"/>
              <a:t> are marked by fewer and fewer trees. These habitats offer limited food sources for animals and support less diversity.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p:cNvPicPr preferRelativeResize="0">
            <a:picLocks noGrp="1"/>
          </p:cNvPicPr>
          <p:nvPr>
            <p:ph type="pic" idx="2"/>
          </p:nvPr>
        </p:nvPicPr>
        <p:blipFill rotWithShape="1">
          <a:blip r:embed="rId3">
            <a:alphaModFix/>
          </a:blip>
          <a:srcRect t="4765" b="4310"/>
          <a:stretch/>
        </p:blipFill>
        <p:spPr>
          <a:xfrm>
            <a:off x="880050" y="648475"/>
            <a:ext cx="8298301" cy="3687974"/>
          </a:xfrm>
          <a:prstGeom prst="rect">
            <a:avLst/>
          </a:prstGeom>
        </p:spPr>
      </p:pic>
      <p:sp>
        <p:nvSpPr>
          <p:cNvPr id="85" name="Google Shape;85;p17"/>
          <p:cNvSpPr txBox="1">
            <a:spLocks noGrp="1"/>
          </p:cNvSpPr>
          <p:nvPr>
            <p:ph type="title"/>
          </p:nvPr>
        </p:nvSpPr>
        <p:spPr>
          <a:xfrm>
            <a:off x="879000" y="4699800"/>
            <a:ext cx="8300400" cy="1506000"/>
          </a:xfrm>
          <a:prstGeom prst="rect">
            <a:avLst/>
          </a:prstGeom>
        </p:spPr>
        <p:txBody>
          <a:bodyPr spcFirstLastPara="1" wrap="square" lIns="113100" tIns="113100" rIns="113100" bIns="113100" anchor="t" anchorCtr="0">
            <a:normAutofit fontScale="90000"/>
          </a:bodyPr>
          <a:lstStyle/>
          <a:p>
            <a:pPr marL="0" lvl="0" indent="0" algn="ctr" rtl="0">
              <a:spcBef>
                <a:spcPts val="0"/>
              </a:spcBef>
              <a:spcAft>
                <a:spcPts val="0"/>
              </a:spcAft>
              <a:buClr>
                <a:schemeClr val="dk1"/>
              </a:buClr>
              <a:buSzPct val="55000"/>
              <a:buFont typeface="Arial"/>
              <a:buNone/>
            </a:pPr>
            <a:r>
              <a:rPr lang="en" sz="2000" b="1"/>
              <a:t>Pleistocene Flora (2.6-0.01 MA)</a:t>
            </a:r>
            <a:endParaRPr sz="2000" b="1"/>
          </a:p>
          <a:p>
            <a:pPr marL="0" lvl="0" indent="0" algn="l" rtl="0">
              <a:spcBef>
                <a:spcPts val="0"/>
              </a:spcBef>
              <a:spcAft>
                <a:spcPts val="0"/>
              </a:spcAft>
              <a:buClr>
                <a:schemeClr val="dk1"/>
              </a:buClr>
              <a:buSzPct val="78571"/>
              <a:buFont typeface="Arial"/>
              <a:buNone/>
            </a:pPr>
            <a:endParaRPr sz="1400" b="1"/>
          </a:p>
          <a:p>
            <a:pPr marL="0" lvl="0" indent="0" algn="l" rtl="0">
              <a:lnSpc>
                <a:spcPct val="115000"/>
              </a:lnSpc>
              <a:spcBef>
                <a:spcPts val="0"/>
              </a:spcBef>
              <a:spcAft>
                <a:spcPts val="0"/>
              </a:spcAft>
              <a:buClr>
                <a:schemeClr val="dk1"/>
              </a:buClr>
              <a:buSzPct val="62857"/>
              <a:buFont typeface="Arial"/>
              <a:buNone/>
            </a:pPr>
            <a:r>
              <a:rPr lang="en" sz="1750"/>
              <a:t>During the Pleistocene, glaciers repeatedly spread from the Arctic north over Europe and North America. As the ice advances, temperatures ahead of the glaciers drop significantly. The temperature change has a big impact on life. Mammoths, rhinos, bison, reindeer, and musk oxen all evolve to have warm, woolly coats to protect them from cold conditions. These new mammals feed on the small bushes and </a:t>
            </a:r>
            <a:r>
              <a:rPr lang="en" sz="1750" b="1" u="sng"/>
              <a:t>hardy grasses</a:t>
            </a:r>
            <a:r>
              <a:rPr lang="en" sz="1750"/>
              <a:t> that tolerate cold as they follow the moving line of glaciers.</a:t>
            </a:r>
            <a:endParaRPr sz="175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476</Words>
  <Application>Microsoft Macintosh PowerPoint</Application>
  <PresentationFormat>Custom</PresentationFormat>
  <Paragraphs>15</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PT Sans</vt:lpstr>
      <vt:lpstr>Simple Light</vt:lpstr>
      <vt:lpstr>Eocene Flora (55.8-33.9 MA)  At the beginning of the Eocene, the high temperatures and warm oceans created a moist, balmy environment, with forests spreading throughout the Earth from pole to pole. Tropical rainforests grew as far north as northern North America and Europe. Palm trees were growing as far north as Alaska! Cooling began mid-epoch, and by the end of the Eocene some places had begun to dry out. Deciduous trees (trees that lose their leaves in the winter) were better able to cope with large temperature changes and became more common.</vt:lpstr>
      <vt:lpstr>Oligocene Flora (33.9-23 MA)  Grasslands began to expand and forests (especially tropical ones) began to shrink. Grasses, a product of the cooler, drier climate, became one of the most important kinds of plants. As they spread over several million years, grasses fed herds of grazing animals, smaller animals and birds, and stabilized soil, which in turn reduced erosion. Grasses are high-fiber, low-protein plants and must be eaten in large quantities to provide enough nutrition. Because they contain tiny silica (glass) fragments, though, they are tough to chew and wear down animal teeth. However, even at the end of the epoch, grass was not as common as one would observe in a modern savannah today.</vt:lpstr>
      <vt:lpstr>Miocene Flora (23-5.3 MA)  Plants continued to adapt to higher light intensity and higher temperatures.  This resulted in more gritty, tough, fire-tolerant grasses. Grazing is a method of feeding in which herbivores (plant eaters) feed. on low-growing plants such as grasses led to a major expansion of grass-grazer ecosystems. There were many herds of large, swift grazers pursued by predators across open grasslands.</vt:lpstr>
      <vt:lpstr>Pliocene Flora (5.3-2.6 MA)  Tundra covered much of the north, and grasslands spread on all continents. Tundra’s have cold temperatures, little rain, poor nutrients, and short growing seasons. In the lower latitudes, grasslands are marked by fewer and fewer trees. These habitats offer limited food sources for animals and support less diversity.</vt:lpstr>
      <vt:lpstr>Pleistocene Flora (2.6-0.01 MA)  During the Pleistocene, glaciers repeatedly spread from the Arctic north over Europe and North America. As the ice advances, temperatures ahead of the glaciers drop significantly. The temperature change has a big impact on life. Mammoths, rhinos, bison, reindeer, and musk oxen all evolve to have warm, woolly coats to protect them from cold conditions. These new mammals feed on the small bushes and hardy grasses that tolerate cold as they follow the moving line of glaciers.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 Broo</cp:lastModifiedBy>
  <cp:revision>1</cp:revision>
  <dcterms:modified xsi:type="dcterms:W3CDTF">2026-07-13T22:25:59Z</dcterms:modified>
</cp:coreProperties>
</file>